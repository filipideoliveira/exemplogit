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F2C1E-CBAB-B644-1B76-9F613EE974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9B4467-836A-16D8-0C6B-107E02400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AE1B8-37FE-FA77-F246-B361C2D9C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FFDDD-ADB9-440F-811B-17DE409B4EB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8FF4C-722B-0EDA-AE3A-E07B17AEA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E12AF-FFEF-CFD4-F029-F9D8C3772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F848D-CE23-414B-A2A0-B9CB45F1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1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29AC1-5D36-ADDE-3BC4-200D6F1C5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BA503-1370-0D2E-A224-9BF004266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2E125-0490-E66D-9D65-3F262C9CF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FFDDD-ADB9-440F-811B-17DE409B4EB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19893-63E9-E3DD-3524-8E76DA39E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A6160-5BEF-ADCA-0BB7-3C75E8CA6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F848D-CE23-414B-A2A0-B9CB45F1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38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16BE8-F276-C30F-435D-24BB2F9D0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8EA7C-9390-D3F3-E42A-A8050DE25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1687B-6179-950C-3BAC-77746D4AF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FFDDD-ADB9-440F-811B-17DE409B4EB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7EF36-A5B3-BBDF-A9E1-8EEE38644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106C5-2BF7-2029-203E-1F7C6D25F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F848D-CE23-414B-A2A0-B9CB45F1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04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09825-2604-6409-5904-2911A8E7C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AF588-7C5F-2EF9-D0FC-ADDAB09AD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8948C7-3C0A-599D-A3B7-F8C6DBC37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49071-7C47-77A7-151F-9F9667E86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FFDDD-ADB9-440F-811B-17DE409B4EB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0A73F-F698-0C12-BE00-5D12F4C02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76676-1A09-24DF-0136-5028C5E41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F848D-CE23-414B-A2A0-B9CB45F1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1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D0567-E6F4-61D2-1AD7-AFB85BBA7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B97A0-0B7A-15B9-036D-745D55E30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AA41BF-8EF5-B39D-7758-F92854DAF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A01ECA-F02F-AAFA-0991-8E82441A87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2EAF41-E03C-F404-4422-E39FF2D2D5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093288-E7D9-19F4-2D74-F59C3A89B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FFDDD-ADB9-440F-811B-17DE409B4EB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D644A8-86F3-7556-5308-C7983FCB0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6E3051-8597-754D-35DC-33E373E9F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F848D-CE23-414B-A2A0-B9CB45F1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23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5B6BA-2270-2282-BBE5-5028A6863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D5FD46-B4F3-6AE6-A7E1-E9D011CB2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FFDDD-ADB9-440F-811B-17DE409B4EB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473ADC-A139-AA4B-BBE8-8CBDE9BE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FEACBD-1DA8-4EEA-3224-2BAF126B0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F848D-CE23-414B-A2A0-B9CB45F1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C3168B-036C-4E9A-EEDF-4B9E03E47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FFDDD-ADB9-440F-811B-17DE409B4EB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35BD67-78B0-5259-5CFF-7B803D43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09812-F612-0509-9DFD-DB30388DD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F848D-CE23-414B-A2A0-B9CB45F1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9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13E42-F63A-5C47-93E7-460BDBB7F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59E09-C2AB-6377-2582-2E825D692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EE130F-EA8B-F896-3A23-30E3A3D3A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F4F98-E5A7-FB7A-949D-6F5BC9D9D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FFDDD-ADB9-440F-811B-17DE409B4EB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DE1B7-07CB-6E94-F8F4-2C8470017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E3AF62-5943-B77D-505F-49C827DC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F848D-CE23-414B-A2A0-B9CB45F1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250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F0F32-2EF5-21F2-330B-7E7319D9D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2A8B8C-C0A1-4B03-694A-A74BF81EB8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34BA2-9EE2-9D29-D4C4-6FE7828CF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11847E-36EC-1A86-94B0-42B9B5FDB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FFDDD-ADB9-440F-811B-17DE409B4EB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264E0-7D1F-82F3-3C81-995F23FFC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40710-1233-F68E-F2E7-DD94C543A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F848D-CE23-414B-A2A0-B9CB45F1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30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1F3C1-9D1B-6311-27E8-EF5F83C72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66B95-4FAC-B037-5149-545B207E1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C2AE2-62B5-51BF-EF23-0DBDD8D2C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FFDDD-ADB9-440F-811B-17DE409B4EB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B2DF6-143F-0F6D-0FF4-F54D11890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AE423-6D7A-0B7C-99D6-C0027B851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F848D-CE23-414B-A2A0-B9CB45F1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74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396415-9BE9-3DAF-2DBE-3A0AB34B34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3A8102-C85E-6268-7B34-20838665F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7C4F1-BA58-DBCA-714C-E1B3D4787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FFDDD-ADB9-440F-811B-17DE409B4EB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44AAB-B851-1E1A-0BAA-46446C41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AF740-7617-C157-E64D-16C55612C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F848D-CE23-414B-A2A0-B9CB45F1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440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06D6A0-8F23-34B8-E3C1-DB1932010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2EAB8-07F6-8203-820F-15A2727D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3C12B-9FF2-ED5B-5775-0EF6318287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3FFDDD-ADB9-440F-811B-17DE409B4EB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146B2-1F90-04C3-0545-FAC1E897B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ED375-34C1-5304-1F43-C11AD573A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7F848D-CE23-414B-A2A0-B9CB45F1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861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92409-A896-2107-CD63-0C3BEAC806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Pitch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EB41AF-E232-991C-5EFE-E4FB8B0DB4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/>
              <a:t>Challenge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57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Pitch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Laboratório FIAP</dc:creator>
  <cp:lastModifiedBy>Laboratório FIAP</cp:lastModifiedBy>
  <cp:revision>1</cp:revision>
  <dcterms:created xsi:type="dcterms:W3CDTF">2026-10-09T00:47:46Z</dcterms:created>
  <dcterms:modified xsi:type="dcterms:W3CDTF">2026-10-09T00:47:57Z</dcterms:modified>
</cp:coreProperties>
</file>